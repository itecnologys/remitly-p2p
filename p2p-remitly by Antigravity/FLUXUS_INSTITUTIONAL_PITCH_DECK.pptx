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75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luxus_pitch_cover_apple_style_17762655756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FLUXUS: O Nexus da Liquidez Global</a:t>
            </a:r>
            <a:br/>
            <a:r>
              <a:t>FLUXUS: The Nexus of Global Liquidity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800">
                <a:solidFill>
                  <a:srgbClr val="C8C8C8"/>
                </a:solidFill>
                <a:latin typeface="Arial"/>
              </a:defRPr>
            </a:pPr>
            <a:r>
              <a:t>O Protocolo de Rede da Transparência Financeira</a:t>
            </a:r>
            <a:br/>
            <a:r>
              <a:t>The Network Protocol of Financial Transparency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luxus_global_network_apple_style_177626560009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3567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rPr dirty="0"/>
              <a:t>A </a:t>
            </a:r>
            <a:r>
              <a:rPr dirty="0" err="1"/>
              <a:t>Fricção</a:t>
            </a:r>
            <a:r>
              <a:rPr dirty="0"/>
              <a:t> </a:t>
            </a:r>
            <a:r>
              <a:rPr dirty="0" err="1"/>
              <a:t>Invisível</a:t>
            </a:r>
            <a:r>
              <a:rPr dirty="0"/>
              <a:t> do Mundo</a:t>
            </a:r>
            <a:br>
              <a:rPr dirty="0"/>
            </a:br>
            <a:r>
              <a:rPr dirty="0"/>
              <a:t>The World's Invisible Friction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800">
                <a:solidFill>
                  <a:srgbClr val="C8C8C8"/>
                </a:solidFill>
                <a:latin typeface="Arial"/>
              </a:defRPr>
            </a:pPr>
            <a:r>
              <a:t>$669 Bilhões evaporam anualmente em taxas bancárias obsoletas.</a:t>
            </a:r>
            <a:br/>
            <a:r>
              <a:t>$669 Billion evaporate annually in obsolete banking fees.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Dos Silos ao TCP/IP do Dinheiro</a:t>
            </a:r>
            <a:br/>
            <a:r>
              <a:t>From Silos to the TCP/IP of Money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800">
                <a:solidFill>
                  <a:srgbClr val="C8C8C8"/>
                </a:solidFill>
                <a:latin typeface="Arial"/>
              </a:defRPr>
            </a:pPr>
            <a:r>
              <a:t>O FLUXUS orquestra a liquidez horizontalmente.</a:t>
            </a:r>
            <a:br/>
            <a:r>
              <a:t>FLUXUS orchestrates liquidity horizontally.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luxus_atomic_settlement_apple_style_17762656424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Liquidação Atômica (T+0)</a:t>
            </a:r>
            <a:br/>
            <a:r>
              <a:t>Atomic Settlement (T+0)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800">
                <a:solidFill>
                  <a:srgbClr val="C8C8C8"/>
                </a:solidFill>
                <a:latin typeface="Arial"/>
              </a:defRPr>
            </a:pPr>
            <a:r>
              <a:t>Settlement síncrono em &lt; 15 segundos.</a:t>
            </a:r>
            <a:br/>
            <a:r>
              <a:t>Synchronous settlement in &lt; 15 seconds.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luxus_cockpit_ui_apple_style_17762656230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3075" y="-321398"/>
            <a:ext cx="7093390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solidFill>
                <a:schemeClr val="bg1"/>
              </a:solidFill>
            </a:endParaRPr>
          </a:p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rPr sz="3000" dirty="0">
                <a:solidFill>
                  <a:schemeClr val="bg1"/>
                </a:solidFill>
              </a:rPr>
              <a:t>A </a:t>
            </a:r>
            <a:r>
              <a:rPr sz="3000" dirty="0" err="1">
                <a:solidFill>
                  <a:schemeClr val="bg1"/>
                </a:solidFill>
              </a:rPr>
              <a:t>Matemática</a:t>
            </a:r>
            <a:r>
              <a:rPr sz="3000" dirty="0">
                <a:solidFill>
                  <a:schemeClr val="bg1"/>
                </a:solidFill>
              </a:rPr>
              <a:t> do </a:t>
            </a:r>
            <a:r>
              <a:rPr sz="3000" dirty="0" err="1">
                <a:solidFill>
                  <a:schemeClr val="bg1"/>
                </a:solidFill>
              </a:rPr>
              <a:t>Unicórnio</a:t>
            </a:r>
            <a:br>
              <a:rPr sz="3000" dirty="0">
                <a:solidFill>
                  <a:schemeClr val="bg1"/>
                </a:solidFill>
              </a:rPr>
            </a:br>
            <a:r>
              <a:rPr sz="3000" dirty="0">
                <a:solidFill>
                  <a:schemeClr val="bg1"/>
                </a:solidFill>
              </a:rPr>
              <a:t>The Unicorn Mathematics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96303" y="4897802"/>
            <a:ext cx="5403467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>
              <a:solidFill>
                <a:srgbClr val="FFFF00"/>
              </a:solidFill>
            </a:endParaRPr>
          </a:p>
          <a:p>
            <a:pPr>
              <a:defRPr sz="1800">
                <a:solidFill>
                  <a:srgbClr val="C8C8C8"/>
                </a:solidFill>
                <a:latin typeface="Arial"/>
              </a:defRPr>
            </a:pPr>
            <a:r>
              <a:rPr dirty="0">
                <a:solidFill>
                  <a:srgbClr val="FFFF00"/>
                </a:solidFill>
              </a:rPr>
              <a:t>GTV: $17.5B | </a:t>
            </a:r>
            <a:r>
              <a:rPr dirty="0" err="1">
                <a:solidFill>
                  <a:srgbClr val="FFFF00"/>
                </a:solidFill>
              </a:rPr>
              <a:t>Lucro</a:t>
            </a:r>
            <a:r>
              <a:rPr dirty="0">
                <a:solidFill>
                  <a:srgbClr val="FFFF00"/>
                </a:solidFill>
              </a:rPr>
              <a:t> </a:t>
            </a:r>
            <a:r>
              <a:rPr dirty="0" err="1">
                <a:solidFill>
                  <a:srgbClr val="FFFF00"/>
                </a:solidFill>
              </a:rPr>
              <a:t>Líquido</a:t>
            </a:r>
            <a:r>
              <a:rPr dirty="0">
                <a:solidFill>
                  <a:srgbClr val="FFFF00"/>
                </a:solidFill>
              </a:rPr>
              <a:t>: $189.9M (60 Meses).</a:t>
            </a:r>
            <a:br>
              <a:rPr dirty="0">
                <a:solidFill>
                  <a:srgbClr val="FFFF00"/>
                </a:solidFill>
              </a:rPr>
            </a:br>
            <a:r>
              <a:rPr dirty="0">
                <a:solidFill>
                  <a:srgbClr val="FFFF00"/>
                </a:solidFill>
              </a:rPr>
              <a:t>GTV: $17.5B | Net Profit: $189.9M (60 Months).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158</Words>
  <Application>Microsoft Office PowerPoint</Application>
  <PresentationFormat>Custom</PresentationFormat>
  <Paragraphs>20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Rogerio Cezar</cp:lastModifiedBy>
  <cp:revision>2</cp:revision>
  <dcterms:created xsi:type="dcterms:W3CDTF">2013-01-27T09:14:16Z</dcterms:created>
  <dcterms:modified xsi:type="dcterms:W3CDTF">2026-04-15T17:18:55Z</dcterms:modified>
  <cp:category/>
</cp:coreProperties>
</file>