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luxus_pitch_cover_apple_style_17762655756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600">
                <a:solidFill>
                  <a:srgbClr val="FFFFFF"/>
                </a:solidFill>
                <a:latin typeface="Arial"/>
              </a:defRPr>
            </a:pPr>
            <a:r>
              <a:t>FLUXUS: O Nexus da Liquidez Global</a:t>
            </a:r>
            <a:br/>
            <a:r>
              <a:t>FLUXUS: The Nexus of Global Liquidity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solidFill>
                  <a:srgbClr val="C8C8C8"/>
                </a:solidFill>
                <a:latin typeface="Arial"/>
              </a:defRPr>
            </a:pPr>
            <a:r>
              <a:t>O Protocolo de Rede da Transparência Financeira</a:t>
            </a:r>
            <a:br/>
            <a:r>
              <a:t>The Network Protocol of Financial Transparency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luxus_global_network_apple_style_17762656000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600">
                <a:solidFill>
                  <a:srgbClr val="FFFFFF"/>
                </a:solidFill>
                <a:latin typeface="Arial"/>
              </a:defRPr>
            </a:pPr>
            <a:r>
              <a:t>A Fricção Invisível do Mundo</a:t>
            </a:r>
            <a:br/>
            <a:r>
              <a:t>The World's Invisible Friction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solidFill>
                  <a:srgbClr val="C8C8C8"/>
                </a:solidFill>
                <a:latin typeface="Arial"/>
              </a:defRPr>
            </a:pPr>
            <a:r>
              <a:t>$669 Bilhões evaporam anualmente em taxas bancárias obsoletas.</a:t>
            </a:r>
            <a:br/>
            <a:r>
              <a:t>$669 Billion evaporate annually in obsolete banking fees.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600">
                <a:solidFill>
                  <a:srgbClr val="FFFFFF"/>
                </a:solidFill>
                <a:latin typeface="Arial"/>
              </a:defRPr>
            </a:pPr>
            <a:r>
              <a:t>Dos Silos ao TCP/IP do Dinheiro</a:t>
            </a:r>
            <a:br/>
            <a:r>
              <a:t>From Silos to the TCP/IP of Money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solidFill>
                  <a:srgbClr val="C8C8C8"/>
                </a:solidFill>
                <a:latin typeface="Arial"/>
              </a:defRPr>
            </a:pPr>
            <a:r>
              <a:t>O FLUXUS orquestra a liquidez horizontalmente.</a:t>
            </a:r>
            <a:br/>
            <a:r>
              <a:t>FLUXUS orchestrates liquidity horizontally.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luxus_atomic_settlement_apple_style_17762656424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600">
                <a:solidFill>
                  <a:srgbClr val="FFFFFF"/>
                </a:solidFill>
                <a:latin typeface="Arial"/>
              </a:defRPr>
            </a:pPr>
            <a:r>
              <a:t>Liquidação Atômica (T+0)</a:t>
            </a:r>
            <a:br/>
            <a:r>
              <a:t>Atomic Settlement (T+0)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solidFill>
                  <a:srgbClr val="C8C8C8"/>
                </a:solidFill>
                <a:latin typeface="Arial"/>
              </a:defRPr>
            </a:pPr>
            <a:r>
              <a:t>Settlement síncrono em &lt; 15 segundos.</a:t>
            </a:r>
            <a:br/>
            <a:r>
              <a:t>Synchronous settlement in &lt; 15 seconds.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luxus_cockpit_ui_apple_style_17762656230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600">
                <a:solidFill>
                  <a:srgbClr val="FFFFFF"/>
                </a:solidFill>
                <a:latin typeface="Arial"/>
              </a:defRPr>
            </a:pPr>
            <a:r>
              <a:t>A Matemática do Unicórnio</a:t>
            </a:r>
            <a:br/>
            <a:r>
              <a:t>The Unicorn Mathematics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solidFill>
                  <a:srgbClr val="C8C8C8"/>
                </a:solidFill>
                <a:latin typeface="Arial"/>
              </a:defRPr>
            </a:pPr>
            <a:r>
              <a:t>GTV: $17.5B | Lucro Líquido: $189.9M (60 Meses).</a:t>
            </a:r>
            <a:br/>
            <a:r>
              <a:t>GTV: $17.5B | Net Profit: $189.9M (60 Months).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